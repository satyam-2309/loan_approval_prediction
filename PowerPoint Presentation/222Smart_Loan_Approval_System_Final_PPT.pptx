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0" r:id="rId7"/>
    <p:sldId id="259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46"/>
    <a:srgbClr val="001B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77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🏦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Loan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</a:rPr>
              <a:t>Machine Learning Project • CBP Final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3566160"/>
            <a:ext cx="5852160" cy="68580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whether a loan application should be Approved or Rejected using applicant profile, CIBIL score, income, loan amount, and asset details.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60920" y="1234440"/>
            <a:ext cx="3474720" cy="105156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96.72%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Accuracy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60920" y="2514600"/>
            <a:ext cx="1600200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4,269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Records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35440" y="2514600"/>
            <a:ext cx="1600200" cy="960120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Columns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0920" y="3703320"/>
            <a:ext cx="3474720" cy="960120"/>
          </a:xfrm>
          <a:prstGeom prst="rect">
            <a:avLst/>
          </a:prstGeom>
          <a:solidFill>
            <a:srgbClr val="334155"/>
          </a:solidFill>
          <a:ln>
            <a:solidFill>
              <a:srgbClr val="33415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59436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Presented by: Satyam (24SCSE1040335) &amp; Saurabh Kumar Singh (24SCSE1040340)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CBP Details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Project identity and basic implementation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2834640" cy="68580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Members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234440"/>
            <a:ext cx="7772400" cy="68580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(24SCSE1040335)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Saurabh Kumar Singh (24SCSE1040340)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2834640" cy="68580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103120"/>
            <a:ext cx="7772400" cy="68580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Loan Approval System using Machine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2971800"/>
            <a:ext cx="2834640" cy="68580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URL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7772400" cy="68580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Kaggle: Loan-Approval-Prediction-Dataset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https://www.kaggle.com/datasets/architsharma01/loan-approval-prediction-dataset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840480"/>
            <a:ext cx="2834640" cy="68580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840480"/>
            <a:ext cx="7772400" cy="68580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Colab / Jupyter Notebook, Python, Pandas, Scikit-learn, Matplotlib, Seaborn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4709160"/>
            <a:ext cx="2834640" cy="68580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Platform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4709160"/>
            <a:ext cx="7772400" cy="68580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Web App + local/online deployment using saved .pkl model files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5806440"/>
            <a:ext cx="10744200" cy="438912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Output: ML model + Normalizer + Streamlit UI for user-friendly 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 &amp;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Why this project is useful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291840" cy="41148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709160" cy="123444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Banks receive many loan applications. Manual checking can be slow, inconsistent, and time-consuming. The project predicts loan status using customer financial data and credit score.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3474720" cy="41148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4937760" cy="21488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Build a supervised ML classification model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Predict Approved / Rejected loan status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Compare Logistic Regression and Random Forest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Deploy model through a simple Streamlit interface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Data  →  Data Cleaning  →  Model Training  →  Evaluation  →  Streamlit Deployment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0" y="-10795"/>
            <a:ext cx="12190730" cy="687832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" name="Rectangles 4"/>
          <p:cNvSpPr/>
          <p:nvPr/>
        </p:nvSpPr>
        <p:spPr>
          <a:xfrm>
            <a:off x="0" y="-10795"/>
            <a:ext cx="1294765" cy="937895"/>
          </a:xfrm>
          <a:prstGeom prst="rect">
            <a:avLst/>
          </a:prstGeom>
          <a:solidFill>
            <a:srgbClr val="00184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Loan Approval Prediction dataset used for binary classification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691640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4,269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691640" cy="868680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1234440"/>
            <a:ext cx="1691640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2,656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1234440"/>
            <a:ext cx="1691640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1,613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66760" y="1234440"/>
            <a:ext cx="1691640" cy="868680"/>
          </a:xfrm>
          <a:prstGeom prst="rect">
            <a:avLst/>
          </a:prstGeom>
          <a:solidFill>
            <a:srgbClr val="334155"/>
          </a:solidFill>
          <a:ln>
            <a:solidFill>
              <a:srgbClr val="33415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Null Values</a:t>
            </a:r>
            <a:endParaRPr lang="en-US" sz="2000" dirty="0"/>
          </a:p>
        </p:txBody>
      </p:sp>
      <p:pic>
        <p:nvPicPr>
          <p:cNvPr id="12" name="Image 0" descr="/mnt/data/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36520"/>
            <a:ext cx="4572000" cy="304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2514600"/>
            <a:ext cx="5394960" cy="32461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Features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Number of dependents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Education and self-employment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Annual income and loan amount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Loan term and CIBIL score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Residential, commercial, luxury, and bank assets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-10160" y="-10795"/>
            <a:ext cx="12254230" cy="689991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Step-by-step machine learning process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685800" y="1417320"/>
            <a:ext cx="502920" cy="50292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325880" y="141732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Data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dataset imported in Google Colab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4069080" y="2130552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3931920" y="1417320"/>
            <a:ext cx="502920" cy="50292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572000" y="141732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loan_id, encode categorical values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7315200" y="2130552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7178040" y="1417320"/>
            <a:ext cx="502920" cy="50292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7818120" y="141732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&amp; Scale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80:20 train-test split and MinMax scaling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85800" y="3977640"/>
            <a:ext cx="502920" cy="50292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1325880" y="397764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and Random Forest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4069080" y="4690872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3931920" y="3977640"/>
            <a:ext cx="502920" cy="50292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4572000" y="397764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report, confusion matrix</a:t>
            </a:r>
            <a:endParaRPr lang="en-US" sz="1500" dirty="0"/>
          </a:p>
        </p:txBody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7315200" y="4690872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7178040" y="3977640"/>
            <a:ext cx="502920" cy="50292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7818120" y="3977640"/>
            <a:ext cx="2606040" cy="141732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Pickle files used in Streamlit app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workflow converts raw banking data into a usable model and then into a user-friendly prediction system.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Cleaning and transformation performed before training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Data Inspection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head(), info(), shape, columns, value_counts(), and null checks to understand the dataset.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23444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Column Selection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Dropped loan_id because it is only an identifier and does not help prediction.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23444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Encoding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Converted education, self_employed, and loan_status into numeric values using LabelEncoder.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Feature 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contains all input columns; y contains target column loan_status.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15468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Train-Test 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80% training data and 20% testing data with random_state = 42.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3154680"/>
            <a:ext cx="34290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Normalization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MinMaxScaler to bring numerical features into a 0 to 1 range.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5577840"/>
            <a:ext cx="9966960" cy="50292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 improves model performance and makes all features comparable during training.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Algorithms used in the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48056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480560" cy="109728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interpretable baseline model for binary classification. It finds a decision boundary between Approved and Rejected classes.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4480560" cy="59436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91.22%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457200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Classifier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572000" cy="109728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model using multiple decision trees. It handles non-linear relationships and performed best in this project.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4572000" cy="59436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96.72%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9966960" cy="77724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 selected: Random Forest because it gave higher testing accuracy and better classification performance.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Performance comparison on testing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pic>
        <p:nvPicPr>
          <p:cNvPr id="7" name="Image 0" descr="/mnt/data/accuracy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0749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325880"/>
            <a:ext cx="393192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Metrics Used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46520" y="1965960"/>
            <a:ext cx="4892040" cy="22402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Accuracy Score: overall correct predictions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Classification Report: precision, recall, F1-score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Confusion Matrix: actual vs predicted classes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</a:rPr>
              <a:t>Feature Importance: contribution of each input feature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4800600"/>
            <a:ext cx="4800600" cy="68580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Random Forest outperformed Logistic Regression and became the final deployed model.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Confusion Matrix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Actual vs predicted result breakdown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pic>
        <p:nvPicPr>
          <p:cNvPr id="7" name="Image 0" descr="/mnt/data/rf_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13180"/>
            <a:ext cx="4709160" cy="418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325880"/>
            <a:ext cx="438912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Set Result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63640" y="2057400"/>
            <a:ext cx="219456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 Approved correctly predicted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32520" y="2057400"/>
            <a:ext cx="2194560" cy="91440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 Rejected correctly predicted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429000"/>
            <a:ext cx="219456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predicted as Rejected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732520" y="3429000"/>
            <a:ext cx="2194560" cy="914400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Rejected predicted as Approved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63640" y="4983480"/>
            <a:ext cx="4663440" cy="73152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The model makes very few mistakes on the testing data, especially for rejected loan cases.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Which factors influence loan approval the most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pic>
        <p:nvPicPr>
          <p:cNvPr id="7" name="Image 0" descr="/mnt/data/feature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080760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280160"/>
            <a:ext cx="347472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78040" y="2011680"/>
            <a:ext cx="3840480" cy="196596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CIBIL score is the most important feature in the model. Loan term and loan amount are also meaningful factors, while education and self-employment have lower importance in this dataset.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78040" y="4389120"/>
            <a:ext cx="3840480" cy="114300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Meaning: Credit score is a strong indicator of repayment reliability, so it heavily impacts loan approval decisions.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Platform: Streamlit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Turning the trained model into a usable interface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438912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App Components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074920" cy="29718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Loads loan_approval_model.pkl and normalizer.pkl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Takes user input through sliders and number fields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Applies same normalization as training stage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Predicts Approved or Rejected instantly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Adds banking validation rules for CIBIL score and high-risk loan amount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143000"/>
            <a:ext cx="4389120" cy="530352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🏦 Smart Loan Approval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389120" cy="1691640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Dependents  ●●●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Income      ₹ 5,00,000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Amount        ₹ 3,00,000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Term          5 Years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CIBIL Score        750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794760"/>
            <a:ext cx="4389120" cy="96012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Education: Graduate      Self Employed: No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Residential Assets: ₹ 2,00,000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Assets: ₹ 1,50,000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5074920"/>
            <a:ext cx="4389120" cy="640080"/>
          </a:xfrm>
          <a:prstGeom prst="rect">
            <a:avLst/>
          </a:prstGeom>
          <a:solidFill>
            <a:srgbClr val="22C55E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Loan Approved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of Each Member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Team contribution across project phases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154680" cy="566928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 &amp;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234440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+ Saurabh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234440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objective, selected project idea, planned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3154680" cy="566928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1947672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947672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dataset, cleaned columns, encoded data, split features/target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3154680" cy="566928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660904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Saurabh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2660904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Logistic Regression and Random Forest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74136"/>
            <a:ext cx="3154680" cy="566928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3374136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Saurabh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3374136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accuracy, classification report, confusion matrix, feature importance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87368"/>
            <a:ext cx="3154680" cy="566928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087368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4087368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Streamlit UI, loaded pickle model and normalizer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3154680" cy="566928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Maintenance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4800600"/>
            <a:ext cx="192024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+ Saurabh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4800600"/>
            <a:ext cx="5669280" cy="566928"/>
          </a:xfrm>
          <a:prstGeom prst="rect">
            <a:avLst/>
          </a:prstGeom>
          <a:solidFill>
            <a:srgbClr val="1E293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predictions, checked validation rules, planned future updates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&amp; Use Cases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How people can use this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Banks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in faster preliminary screening of loan applications and reduces manual workload.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32588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quick feedback on whether a loan application may be approved or rejected.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132588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Students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a complete ML workflow from data loading to model deployment.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Decision Support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support banking officers by highlighting important factors like CIBIL score and loan amount.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33756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Automation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interface makes predictions easy without writing code every time.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3337560"/>
            <a:ext cx="342900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Future Expansion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improved with more data, cloud deployment, authentication, and monitoring dashboard.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715000"/>
            <a:ext cx="9966960" cy="502920"/>
          </a:xfrm>
          <a:prstGeom prst="rect">
            <a:avLst/>
          </a:prstGeom>
          <a:solidFill>
            <a:srgbClr val="334155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This system is a decision-support tool, not a replacement for final human banking approval.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Final summary of the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4040" y="4389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Smart Loan Approval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29768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4846320" cy="23317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Built a complete loan approval prediction pipeline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Random Forest achieved 96.72% test accuracy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CIBIL score was the strongest influencing feature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Streamlit deployment made the model easy to 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4297680" cy="502920"/>
          </a:xfrm>
          <a:prstGeom prst="rect">
            <a:avLst/>
          </a:prstGeom>
          <a:noFill/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1965960"/>
            <a:ext cx="4846320" cy="23317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Add cross-validation and hyperparameter tuning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Deploy on Streamlit Cloud / Render / Hugging Face Spaces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Add login system and admin dashboard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Collect new data and monitor model performance over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1800" y="5349240"/>
            <a:ext cx="6217920" cy="685800"/>
          </a:xfrm>
          <a:prstGeom prst="rect">
            <a:avLst/>
          </a:prstGeom>
          <a:solidFill>
            <a:srgbClr val="2563EB"/>
          </a:solidFill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6144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2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3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4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5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6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7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8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9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0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1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2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3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4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5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ags/tag16.xml><?xml version="1.0" encoding="utf-8"?>
<p:tagLst xmlns:p="http://schemas.openxmlformats.org/presentationml/2006/main">
  <p:tag name="KSO_WM_DIAGRAM_VIRTUALLY_FRAME" val="{&quot;height&quot;:313.2,&quot;left&quot;:54,&quot;top&quot;:111.6,&quot;width&quot;:76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7351</Words>
  <Application>WPS Presentation</Application>
  <PresentationFormat>On-screen Show (16:9)</PresentationFormat>
  <Paragraphs>379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Galgotias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Loan Approval System - Final Project PPT</dc:title>
  <dc:creator>Satyam &amp; Saurabh</dc:creator>
  <dc:subject>Smart Loan Approval System</dc:subject>
  <cp:lastModifiedBy>Satyam Thakur</cp:lastModifiedBy>
  <cp:revision>6</cp:revision>
  <dcterms:created xsi:type="dcterms:W3CDTF">2026-05-18T06:22:00Z</dcterms:created>
  <dcterms:modified xsi:type="dcterms:W3CDTF">2026-05-18T19:28:02Z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EEEF7582D1094B30B60E4EA5717FD8A1_13</vt:lpwstr>
  </property>
  <property fmtid="{D5CDD505-2E9C-101B-9397-08002B2CF9AE}" pid="3" name="KSOProductBuildVer">
    <vt:lpwstr>2057-12.2.0.23202</vt:lpwstr>
  </property>
</Properties>
</file>